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3" r:id="rId5"/>
    <p:sldId id="268" r:id="rId6"/>
    <p:sldId id="270" r:id="rId7"/>
    <p:sldId id="260" r:id="rId8"/>
    <p:sldId id="259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59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81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5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51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82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424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78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78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9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55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69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5B15C-9696-4101-8B7A-C736E7D5740B}" type="datetimeFigureOut">
              <a:rPr lang="en-IN" smtClean="0"/>
              <a:t>19-06-2019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BF5FB-EFAF-4A37-9676-92D1FEA58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30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622" y="1122363"/>
            <a:ext cx="7227518" cy="413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20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6434" y="365708"/>
            <a:ext cx="3851473" cy="6092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3993" y="354690"/>
            <a:ext cx="4176463" cy="6098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1666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7528" y="908720"/>
            <a:ext cx="4032448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68009" y="908720"/>
            <a:ext cx="4248472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3730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9" y="87889"/>
            <a:ext cx="5335085" cy="35446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498" y="87890"/>
            <a:ext cx="6037545" cy="35446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9" y="3958222"/>
            <a:ext cx="5335085" cy="28997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498" y="3958222"/>
            <a:ext cx="6037546" cy="289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5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24"/>
            <a:ext cx="8229600" cy="846158"/>
          </a:xfrm>
        </p:spPr>
        <p:txBody>
          <a:bodyPr/>
          <a:lstStyle/>
          <a:p>
            <a:r>
              <a:rPr lang="en-US" b="1" u="sng" dirty="0" smtClean="0"/>
              <a:t>CHC, </a:t>
            </a:r>
            <a:r>
              <a:rPr lang="en-US" b="1" u="sng" dirty="0" err="1" smtClean="0"/>
              <a:t>Kollipara</a:t>
            </a:r>
            <a:endParaRPr lang="en-IN" dirty="0"/>
          </a:p>
        </p:txBody>
      </p:sp>
      <p:pic>
        <p:nvPicPr>
          <p:cNvPr id="4" name="Picture 3" descr="\\server\107CW\f\Guntur District Hospital Photos\gunturdistictchckolliparramacherlanagaramphotos\CHC Kolliparra Photos\CHC Kolliparra 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49237" y="846134"/>
            <a:ext cx="5148199" cy="2823992"/>
          </a:xfrm>
          <a:prstGeom prst="rect">
            <a:avLst/>
          </a:prstGeom>
          <a:noFill/>
        </p:spPr>
      </p:pic>
      <p:pic>
        <p:nvPicPr>
          <p:cNvPr id="5" name="Picture 4" descr="\\server\107CW\f\Guntur District Hospital Photos\gunturdistictchckolliparramacherlanagaramphotos\CHC Kolliparra Photos\CHC Kolliparra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2162" y="3958225"/>
            <a:ext cx="4444029" cy="2663289"/>
          </a:xfrm>
          <a:prstGeom prst="rect">
            <a:avLst/>
          </a:prstGeom>
          <a:noFill/>
        </p:spPr>
      </p:pic>
      <p:pic>
        <p:nvPicPr>
          <p:cNvPr id="1029" name="Picture 5" descr="\\server\107CW\f\Guntur District Hospital Photos\gunturdistictchckolliparramacherlanagaramphotos\CHC Kolliparra Photos\CHC Kolliparra 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49237" y="3958224"/>
            <a:ext cx="5022937" cy="2663289"/>
          </a:xfrm>
          <a:prstGeom prst="rect">
            <a:avLst/>
          </a:prstGeom>
          <a:noFill/>
        </p:spPr>
      </p:pic>
      <p:pic>
        <p:nvPicPr>
          <p:cNvPr id="6" name="Picture 2" descr="\\server\107CW\f\Guntur District Hospital Photos\gunturdistictchckolliparramacherlanagaramphotos\CHC Kolliparra Photos\CHC Kolliparra 7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42163" y="846134"/>
            <a:ext cx="4444028" cy="29400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453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1414"/>
            <a:ext cx="8229600" cy="774720"/>
          </a:xfrm>
        </p:spPr>
        <p:txBody>
          <a:bodyPr/>
          <a:lstStyle/>
          <a:p>
            <a:r>
              <a:rPr lang="en-US" b="1" dirty="0" smtClean="0"/>
              <a:t>AREA HOSPITAL KANDUKUR</a:t>
            </a:r>
            <a:endParaRPr lang="en-IN" b="1" dirty="0"/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1981200" y="3611556"/>
            <a:ext cx="4040188" cy="460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b="1"/>
              <a:t>LABOUR ROOM</a:t>
            </a:r>
            <a:endParaRPr lang="en-IN" sz="2400" b="1" dirty="0"/>
          </a:p>
        </p:txBody>
      </p:sp>
      <p:pic>
        <p:nvPicPr>
          <p:cNvPr id="13" name="Content Placeholder 11" descr="C:\Users\APMSIDC\Desktop\Phots IPHS\AH Kandukur\AH Kandukur\INFRONT OF MM WARD FLOOR DAMAGE..jpg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8718" y="1354060"/>
            <a:ext cx="4041775" cy="2959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Placeholder 4"/>
          <p:cNvSpPr txBox="1">
            <a:spLocks/>
          </p:cNvSpPr>
          <p:nvPr/>
        </p:nvSpPr>
        <p:spPr>
          <a:xfrm>
            <a:off x="1979614" y="822235"/>
            <a:ext cx="4041775" cy="5318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DAMAGED FLOOR TILES IN CORRIDOR AT CASUALITY BLOCK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042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4712" y="667644"/>
            <a:ext cx="9394521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9788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1544" y="734552"/>
            <a:ext cx="8240342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1399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24"/>
            <a:ext cx="8229600" cy="846158"/>
          </a:xfrm>
        </p:spPr>
        <p:txBody>
          <a:bodyPr/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KGH AT VISAKHAPATNAM</a:t>
            </a:r>
            <a:endParaRPr lang="en-IN" sz="3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13" descr="C:\Users\APMSIDC\Desktop\WhatsApp Zip 2019-06-16 at 3.37.21 PM\WhatsApp Image 2019-06-16 at 12.28.34 PM.jpe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1584" y="1196752"/>
            <a:ext cx="3672408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3" name="Rectangle 1"/>
          <p:cNvSpPr>
            <a:spLocks noChangeArrowheads="1"/>
          </p:cNvSpPr>
          <p:nvPr/>
        </p:nvSpPr>
        <p:spPr bwMode="auto">
          <a:xfrm>
            <a:off x="4367808" y="5661249"/>
            <a:ext cx="38164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NURSING SCHOOL TOILETS REAR SIDE</a:t>
            </a:r>
            <a:endParaRPr lang="en-US" sz="1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Picture 14" descr="C:\Users\APMSIDC\Desktop\WhatsApp Zip 2019-06-16 at 3.37.21 PM\WhatsApp Image 2019-06-16 at 12.28.34 PM (1).jpe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4666" y="1196752"/>
            <a:ext cx="3471774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6057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:\Users\APMSIDC\Desktop\WhatsApp Zip 2019-06-16 at 3.37.21 PM\WhatsApp Image 2019-06-16 at 12.28.33 PM.jpe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1585" y="1196752"/>
            <a:ext cx="3816424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351584" y="5949281"/>
            <a:ext cx="38164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NURSING SCHOOL REAR SIDE</a:t>
            </a:r>
            <a:endParaRPr lang="en-US" sz="1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C:\Users\APMSIDC\Desktop\WhatsApp Zip 2019-06-16 at 3.37.21 PM\WhatsApp Image 2019-06-16 at 12.28.32 PM.jpe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68008" y="1196752"/>
            <a:ext cx="4104456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6456040" y="5949281"/>
            <a:ext cx="38164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NURSING SCHOOL OUTSIDE</a:t>
            </a:r>
            <a:endParaRPr lang="en-US" sz="1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11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31</Words>
  <Application>Microsoft Office PowerPoint</Application>
  <PresentationFormat>Widescreen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CHC, Kollipara</vt:lpstr>
      <vt:lpstr>AREA HOSPITAL KANDUKUR</vt:lpstr>
      <vt:lpstr>PowerPoint Presentation</vt:lpstr>
      <vt:lpstr>PowerPoint Presentation</vt:lpstr>
      <vt:lpstr>KGH AT VISAKHAPATNAM</vt:lpstr>
      <vt:lpstr>PowerPoint Presentation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EEDESIGN</dc:creator>
  <cp:lastModifiedBy>EEDESIGN</cp:lastModifiedBy>
  <cp:revision>3</cp:revision>
  <dcterms:created xsi:type="dcterms:W3CDTF">2019-06-19T05:51:15Z</dcterms:created>
  <dcterms:modified xsi:type="dcterms:W3CDTF">2019-06-19T06:10:31Z</dcterms:modified>
</cp:coreProperties>
</file>